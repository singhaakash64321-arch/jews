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9CA64-9C4E-443E-B512-9BDCE6F0338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A6E33-1438-40A2-8983-7CF3B58B66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9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4A6E33-1438-40A2-8983-7CF3B58B668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15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B35B-15DF-1563-E1E6-3845FCA7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EE55-FF90-A823-16A1-6F6450F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45E6-E02A-630E-9E35-B5509852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CFF2-04C4-D152-4B8C-AFED00A0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12CE-DCE2-96EF-7CEE-8E5D563E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1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6BCA-7DA4-AC5D-DB5B-BF00F775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1BD7-71AC-9349-A609-C51E816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6FAA-61B0-77BB-CEF0-F1CF07A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C92B-15E0-3E8F-AD28-102BD8E9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F385-A966-EA8E-0ECE-49D772C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E79-18B3-6824-A352-5DD67F9E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A1D8-509A-42D0-50B0-76D2447C3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7469-EB53-4791-3819-CB948C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3A63-86B2-56C2-146C-375C09EF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58CA-558F-0BA3-2E77-81074CA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20D9-4F99-6D14-D995-CAA15D3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739-08A2-9366-52EB-7D3C17D39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B05-C5F0-60AB-4006-D800F2FC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5333-A7F4-9901-56FD-ACDD167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6C3F-6B03-39CA-5636-A61F11DF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9D20D-CA3D-5E6B-0E76-D97F909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F43-199E-9BCE-4D50-8954E0B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4D7-22FF-36E1-07F6-22B641C1A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578C-0C27-36FD-D472-D82FECC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7AE5-1AAE-E65C-8B3C-DFFEBDDFC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FE1B1-3F36-0693-EC88-BD4DD6BA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6DC3-E138-7203-3032-7A1B1C8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86E1-47F6-C489-4161-38C1E5B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2C850-8984-D4A3-A7DE-A2403DF6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1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0CE-4398-0C10-BE9E-9D6A4199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4C36B-338F-4187-B505-9F3CCC6A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D226-7EC5-6E85-9BBB-1CCA9096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D67B-ACA7-C075-7748-E1BB773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109B3-7EF0-CD32-1BFA-5328B75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2E8F-C387-572C-CD62-8CF7A66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0C2C-1F2B-51AB-C9F8-19DB999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6AEC-9BA0-FC55-91D9-596305A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D214-E3F2-EEB2-2959-022E2A6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84B-ADF1-B398-7318-B2C5B1F9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FB36-A21B-414B-9428-9E72946D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6F34-1B4B-6F27-5041-44614842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51D5-4BB1-F69B-6B1F-7E84E16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E39-BD9F-5C3C-D08A-AB8A6285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02E83-9BBB-546C-6579-DB7689994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81896-3FD0-751E-CB7B-EA1C04BD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E466-427F-63B4-ED25-284497B2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ABBE-94A1-F6B9-10C0-40671AE5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4366-3637-7934-0DF7-A5830FB1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5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C403-1CBB-80EC-73A8-3EDB4CFC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4E7E-9512-F79C-3FD5-4EBFF865A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D681-3469-5E46-6E8F-BB3E5942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37A4-C073-9A53-503A-8B3D7CE9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E962-73F4-EA2D-AED4-1273FAF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2872-BD1F-5FE4-6E63-AD318388E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1EE48-43E8-58C9-147D-9441A517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C8A8-3FED-5156-3D67-A68A70F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C20D-3E76-6CC2-EA7D-E05C92D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B5D8-51DD-5D53-BABF-6B8E5E54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0BA52-6A8D-EDB3-CBD0-0AAD804F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8725-ED4F-0BC9-E489-8DF39A7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1F21-289C-BD44-047B-155F9FB92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A81-041A-5B2C-CADF-7173BB18D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948D-7CCA-4327-C4DE-AA33A24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A9D-AA8C-183A-340F-4284C253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00F163-E7FA-1B2C-D5E0-4ABC6D62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2B560-468C-AE00-FD08-190FAA9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361" y="307699"/>
            <a:ext cx="9144000" cy="2387600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Stencil" panose="040409050D0802020404" pitchFamily="82" charset="0"/>
              </a:rPr>
              <a:t>GIG BUDGET</a:t>
            </a:r>
            <a:endParaRPr sz="5400" dirty="0">
              <a:latin typeface="Stencil" panose="040409050D0802020404" pitchFamily="8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8AD9CD-CFB0-97F2-617B-EF14201326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294673"/>
            <a:ext cx="6346609" cy="227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dirty="0">
                <a:latin typeface="Stencil" panose="040409050D0802020404" pitchFamily="82" charset="0"/>
              </a:rPr>
              <a:t>Tagline</a:t>
            </a:r>
            <a:r>
              <a:rPr dirty="0"/>
              <a:t>: </a:t>
            </a:r>
            <a:r>
              <a:rPr dirty="0">
                <a:latin typeface="Stencil" panose="040409050D0802020404" pitchFamily="82" charset="0"/>
              </a:rPr>
              <a:t>Earn • Track • Thrive</a:t>
            </a:r>
          </a:p>
          <a:p>
            <a:pPr algn="l"/>
            <a:r>
              <a:rPr dirty="0">
                <a:latin typeface="Stencil" panose="040409050D0802020404" pitchFamily="82" charset="0"/>
              </a:rPr>
              <a:t>T</a:t>
            </a:r>
            <a:r>
              <a:rPr lang="en-IN" dirty="0">
                <a:latin typeface="Stencil" panose="040409050D0802020404" pitchFamily="82" charset="0"/>
              </a:rPr>
              <a:t>E</a:t>
            </a:r>
            <a:r>
              <a:rPr dirty="0">
                <a:latin typeface="Stencil" panose="040409050D0802020404" pitchFamily="82" charset="0"/>
              </a:rPr>
              <a:t>am Name: JEWS</a:t>
            </a:r>
          </a:p>
          <a:p>
            <a:pPr algn="l"/>
            <a:r>
              <a:rPr dirty="0">
                <a:latin typeface="Stencil" panose="040409050D0802020404" pitchFamily="82" charset="0"/>
              </a:rPr>
              <a:t>Event: </a:t>
            </a:r>
            <a:r>
              <a:rPr dirty="0" err="1">
                <a:latin typeface="Stencil" panose="040409050D0802020404" pitchFamily="82" charset="0"/>
              </a:rPr>
              <a:t>Devcraft</a:t>
            </a:r>
            <a:r>
              <a:rPr dirty="0">
                <a:latin typeface="Stencil" panose="040409050D0802020404" pitchFamily="82" charset="0"/>
              </a:rPr>
              <a:t> Simon's Command Line</a:t>
            </a:r>
          </a:p>
          <a:p>
            <a:pPr algn="l"/>
            <a:r>
              <a:rPr dirty="0">
                <a:latin typeface="Stencil" panose="040409050D0802020404" pitchFamily="82" charset="0"/>
              </a:rPr>
              <a:t>Date: 6th April 2026</a:t>
            </a:r>
          </a:p>
          <a:p>
            <a:pPr algn="l"/>
            <a:r>
              <a:rPr dirty="0">
                <a:latin typeface="Stencil" panose="040409050D0802020404" pitchFamily="82" charset="0"/>
              </a:rPr>
              <a:t>Domain: FinTech</a:t>
            </a:r>
          </a:p>
        </p:txBody>
      </p:sp>
    </p:spTree>
    <p:extLst>
      <p:ext uri="{BB962C8B-B14F-4D97-AF65-F5344CB8AC3E}">
        <p14:creationId xmlns:p14="http://schemas.microsoft.com/office/powerpoint/2010/main" val="36799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8B3B-0FDC-937D-B730-D2DCFE2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4A0CE-87ED-FA30-F1CA-9ABEA241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E70B9-3D8E-AC8C-FD71-33A8999F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695" y="557792"/>
            <a:ext cx="9144000" cy="2387600"/>
          </a:xfrm>
        </p:spPr>
        <p:txBody>
          <a:bodyPr>
            <a:normAutofit/>
          </a:bodyPr>
          <a:lstStyle/>
          <a:p>
            <a:r>
              <a:rPr sz="4000" dirty="0">
                <a:latin typeface="Stencil" panose="040409050D0802020404" pitchFamily="82" charset="0"/>
              </a:rPr>
              <a:t>Problem Statement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A43DEB9-5184-17C8-EADE-9F1F0FCDA6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5470" y="3286873"/>
            <a:ext cx="1148407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Gig workers face unpredictable and irregular income, making it difficult to manage expenses, plan budgets</a:t>
            </a:r>
            <a:r>
              <a:rPr lang="en-US" altLang="en-US" sz="2000" dirty="0">
                <a:latin typeface="Copperplate Gothic Bold" panose="020E07050202060204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and maintain consistent savings.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Most existing budgeting apps are designed for fixed salaries and fail to adapt to fluctuating earnings.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This leads to poor financial planning, overspending, and financial instability, highlighting the need for an AI-powered budgeting solution tailored specifically for gig workers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013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2DC-8B8F-5773-F3B9-0B382CCD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13157-B955-921F-107B-76F8794C0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2" y="78658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E8F45-6E88-24FC-6BE1-2BF874E6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>
            <a:normAutofit/>
          </a:bodyPr>
          <a:lstStyle/>
          <a:p>
            <a:r>
              <a:rPr sz="4000" dirty="0">
                <a:latin typeface="Stencil" panose="040409050D0802020404" pitchFamily="82" charset="0"/>
              </a:rPr>
              <a:t>Target Audience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CA8CCA7-8F80-C6AA-418A-0C4D1B7C67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30479" y="3110605"/>
            <a:ext cx="9714271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Freelancers (designers, developers, content creators)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Delivery partners (food &amp; package delivery workers)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Ride-sharing drivers (cab and bike taxi drivers)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Part-time gig workers with multiple income sources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31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0F17-D71F-4E5D-8264-47A9F6A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68430-CC32-D06A-B654-DB3AF9A53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DFB8E-8883-9ACA-6E6F-AA08D471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607219"/>
            <a:ext cx="9144000" cy="2387600"/>
          </a:xfrm>
        </p:spPr>
        <p:txBody>
          <a:bodyPr>
            <a:normAutofit/>
          </a:bodyPr>
          <a:lstStyle/>
          <a:p>
            <a:r>
              <a:rPr sz="4000" dirty="0">
                <a:latin typeface="Stencil" panose="040409050D0802020404" pitchFamily="82" charset="0"/>
              </a:rPr>
              <a:t>Existing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32734-F5D3-955D-986B-0A58CBD1B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94820"/>
            <a:ext cx="9674942" cy="2471916"/>
          </a:xfrm>
        </p:spPr>
        <p:txBody>
          <a:bodyPr>
            <a:normAutofit fontScale="32500" lnSpcReduction="20000"/>
          </a:bodyPr>
          <a:lstStyle/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200" dirty="0">
                <a:latin typeface="Copperplate Gothic Bold" panose="020E0705020206020404" pitchFamily="34" charset="0"/>
              </a:rPr>
              <a:t>Traditional budgeting apps designed for fixed monthly salaries 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200" dirty="0">
                <a:latin typeface="Copperplate Gothic Bold" panose="020E0705020206020404" pitchFamily="34" charset="0"/>
              </a:rPr>
              <a:t>Basic expense tracker apps with manual entry 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200" dirty="0">
                <a:latin typeface="Copperplate Gothic Bold" panose="020E0705020206020404" pitchFamily="34" charset="0"/>
              </a:rPr>
              <a:t>Spreadsheet-based budgeting (Excel/Google Sheets) 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200" dirty="0">
                <a:latin typeface="Copperplate Gothic Bold" panose="020E0705020206020404" pitchFamily="34" charset="0"/>
              </a:rPr>
              <a:t>Banking apps with limited expense insights 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200" dirty="0">
                <a:latin typeface="Copperplate Gothic Bold" panose="020E0705020206020404" pitchFamily="34" charset="0"/>
              </a:rPr>
              <a:t>Personal finance apps without AI predictions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14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8092-3A14-DA37-5C79-FFB96B5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E1A02-DDF7-89F3-98B0-23412617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826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C0A3-67F8-05CD-6B78-1C156A8A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>
            <a:normAutofit/>
          </a:bodyPr>
          <a:lstStyle/>
          <a:p>
            <a:r>
              <a:rPr sz="4000" dirty="0">
                <a:latin typeface="Stencil" panose="040409050D0802020404" pitchFamily="82" charset="0"/>
              </a:rPr>
              <a:t>Gaps &amp; Opportunities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9CBC47F-9A1D-210F-3C9D-F517284621F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112852" y="3283085"/>
            <a:ext cx="816294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No AI-based income prediction or financial insights</a:t>
            </a:r>
            <a:endParaRPr lang="en-US" altLang="en-US" sz="2000" dirty="0">
              <a:latin typeface="Copperplate Gothic Bold" panose="020E0705020206020404" pitchFamily="34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opperplate Gothic Bold" panose="020E0705020206020404" pitchFamily="34" charset="0"/>
              </a:rPr>
              <a:t>Poor support for irregular and fluctuating income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Lack of dynamic budget adjustments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Heavy reliance on manual expense tracking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No personalized savings 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810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A417-F70C-76F1-8DA7-9F84EA24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D5367-3E92-5729-6FD7-273C70A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7607C-AF5E-2567-232F-3994FF9F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>
            <a:normAutofit/>
          </a:bodyPr>
          <a:lstStyle/>
          <a:p>
            <a:r>
              <a:rPr sz="4000" dirty="0">
                <a:latin typeface="Stencil" panose="040409050D0802020404" pitchFamily="82" charset="0"/>
              </a:rPr>
              <a:t>Your Solution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B60C850-9CE8-F315-9F13-5068AF23ABB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24466" y="3460424"/>
            <a:ext cx="1462224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An AI-powered budgeting app designed for gig workers that automatically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tracks variable</a:t>
            </a:r>
            <a:r>
              <a:rPr lang="en-US" altLang="en-US" sz="2000" dirty="0">
                <a:latin typeface="Copperplate Gothic Bold" panose="020E07050202060204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income, predicts future earnings, categorizes expenses 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 real time, and provides smart budget and savings recommendations. The 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 also supports multiple languages, making it accessible and easy to use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diverse users while helping them manage money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achieve financial stability.</a:t>
            </a:r>
          </a:p>
        </p:txBody>
      </p:sp>
    </p:spTree>
    <p:extLst>
      <p:ext uri="{BB962C8B-B14F-4D97-AF65-F5344CB8AC3E}">
        <p14:creationId xmlns:p14="http://schemas.microsoft.com/office/powerpoint/2010/main" val="13479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2507-FD22-2E16-53F4-E66535A4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CE28E-E731-156C-EDC9-D5CD678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5F80B-DB77-DFBE-02AB-06459A8C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>
            <a:normAutofit/>
          </a:bodyPr>
          <a:lstStyle/>
          <a:p>
            <a:r>
              <a:rPr sz="4000" dirty="0">
                <a:latin typeface="Stencil" panose="040409050D0802020404" pitchFamily="82" charset="0"/>
              </a:rPr>
              <a:t>Key Features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B9CB00B-3AE5-0F06-E85C-D3C4B3A7A9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89471" y="3039428"/>
            <a:ext cx="9031127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pperplate Gothic Bold" panose="020E07050202060204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AI-based income prediction for irregular earnings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Automatic expense tracking and smart categorization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Personalized budget suggestions based on spending </a:t>
            </a:r>
            <a:r>
              <a:rPr lang="en-US" altLang="en-US" sz="2000" dirty="0">
                <a:latin typeface="Copperplate Gothic Bold" panose="020E0705020206020404" pitchFamily="34" charset="0"/>
              </a:rPr>
              <a:t>habits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Copperplate Gothic Bold" panose="020E0705020206020404" pitchFamily="34" charset="0"/>
              </a:rPr>
              <a:t>Interactive visual dashboard with insights and analytics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Copperplate Gothic Bold" panose="020E0705020206020404" pitchFamily="34" charset="0"/>
              </a:rPr>
              <a:t>Real-time alerts for overspending and low balance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Copperplate Gothic Bold" panose="020E0705020206020404" pitchFamily="34" charset="0"/>
              </a:rPr>
              <a:t>Multi-language support for wider accessibility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BC96114-4C26-52C3-281E-7AE02768E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CE99-2961-B95A-6509-047601B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206E9-DF7E-9DFF-CAC2-03673EB75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49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1795BD-090E-6657-E419-87C2FF670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>
            <a:normAutofit/>
          </a:bodyPr>
          <a:lstStyle/>
          <a:p>
            <a:r>
              <a:rPr sz="4000" dirty="0">
                <a:latin typeface="Stencil" panose="040409050D0802020404" pitchFamily="82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906B9-56E0-797C-DD33-8F28BE5FF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pPr algn="l"/>
            <a:r>
              <a:rPr lang="en-IN" sz="9600" dirty="0">
                <a:latin typeface="Copperplate Gothic Bold" panose="020E0705020206020404" pitchFamily="34" charset="0"/>
              </a:rPr>
              <a:t>User </a:t>
            </a:r>
            <a:r>
              <a:rPr lang="en-IN" sz="8000" dirty="0">
                <a:latin typeface="Copperplate Gothic Bold" panose="020E0705020206020404" pitchFamily="34" charset="0"/>
              </a:rPr>
              <a:t>→ Mobile/Web App → AI Engine → Database → Insights</a:t>
            </a:r>
          </a:p>
          <a:p>
            <a:pPr algn="l"/>
            <a:r>
              <a:rPr lang="en-IN" sz="9600" dirty="0">
                <a:latin typeface="Copperplate Gothic Bold" panose="020E0705020206020404" pitchFamily="34" charset="0"/>
              </a:rPr>
              <a:t>Dashboard</a:t>
            </a:r>
          </a:p>
          <a:p>
            <a:pPr algn="l"/>
            <a:r>
              <a:rPr lang="en-IN" sz="9600" dirty="0">
                <a:latin typeface="Copperplate Gothic Bold" panose="020E0705020206020404" pitchFamily="34" charset="0"/>
              </a:rPr>
              <a:t>Components: </a:t>
            </a:r>
            <a:r>
              <a:rPr lang="en-IN" sz="8000" dirty="0">
                <a:latin typeface="Copperplate Gothic Bold" panose="020E0705020206020404" pitchFamily="34" charset="0"/>
              </a:rPr>
              <a:t>Frontend UI </a:t>
            </a:r>
          </a:p>
          <a:p>
            <a:pPr algn="l"/>
            <a:r>
              <a:rPr lang="en-IN" sz="8000" dirty="0">
                <a:latin typeface="Copperplate Gothic Bold" panose="020E0705020206020404" pitchFamily="34" charset="0"/>
              </a:rPr>
              <a:t>                                    Database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631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81B4-DCB3-98E2-06A8-576EFC80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7783E-C433-A152-F467-61CD75C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FA6C2-5A0A-1FF0-1EBE-5E203A16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529" y="607219"/>
            <a:ext cx="9144000" cy="2387600"/>
          </a:xfrm>
        </p:spPr>
        <p:txBody>
          <a:bodyPr>
            <a:normAutofit/>
          </a:bodyPr>
          <a:lstStyle/>
          <a:p>
            <a:r>
              <a:rPr sz="4000" dirty="0">
                <a:latin typeface="Stencil" panose="040409050D0802020404" pitchFamily="82" charset="0"/>
              </a:rPr>
              <a:t>Tech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79BA1-238F-16C1-81DD-F89092E26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7226" y="3429000"/>
            <a:ext cx="9144000" cy="1655762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opperplate Gothic Bold" panose="020E0705020206020404" pitchFamily="34" charset="0"/>
              </a:rPr>
              <a:t>Frontend: HTML, CSS, JavaScript / React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opperplate Gothic Bold" panose="020E0705020206020404" pitchFamily="34" charset="0"/>
              </a:rPr>
              <a:t>AI: Machine Learning (income prediction)</a:t>
            </a:r>
            <a:br>
              <a:rPr lang="en-IN" sz="2000" dirty="0">
                <a:latin typeface="Copperplate Gothic Bold" panose="020E0705020206020404" pitchFamily="34" charset="0"/>
              </a:rPr>
            </a:br>
            <a:r>
              <a:rPr lang="en-IN" sz="2000" dirty="0">
                <a:latin typeface="Copperplate Gothic Bold" panose="020E0705020206020404" pitchFamily="34" charset="0"/>
              </a:rPr>
              <a:t>Database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opperplate Gothic Bold" panose="020E0705020206020404" pitchFamily="34" charset="0"/>
              </a:rPr>
              <a:t>APIs: Payment &amp; expense tracking APIs</a:t>
            </a:r>
          </a:p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86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1831-6846-427E-64BB-10140215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31684-E944-D21A-AEB7-C0CD07568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31271-7B83-E6B0-4697-A9B3A4A0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>
            <a:normAutofit/>
          </a:bodyPr>
          <a:lstStyle/>
          <a:p>
            <a:r>
              <a:rPr sz="4000" dirty="0">
                <a:latin typeface="Stencil" panose="040409050D0802020404" pitchFamily="82" charset="0"/>
              </a:rPr>
              <a:t>Workflow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CCE9BC0-6C3B-E5B2-3A92-0802AEB211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75820" y="3262930"/>
            <a:ext cx="5561651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User connects income sources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App tracks earnings automatically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AI predicts monthly income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Expenses categorized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Budget suggestions generated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User receives insights &amp; alerts </a:t>
            </a:r>
          </a:p>
        </p:txBody>
      </p:sp>
    </p:spTree>
    <p:extLst>
      <p:ext uri="{BB962C8B-B14F-4D97-AF65-F5344CB8AC3E}">
        <p14:creationId xmlns:p14="http://schemas.microsoft.com/office/powerpoint/2010/main" val="72113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F5D3-4344-4362-805C-8F963B2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B6C13-3B8B-52D8-104D-1E08E396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24925-7E47-111A-5B2A-714F7E54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>
            <a:normAutofit/>
          </a:bodyPr>
          <a:lstStyle/>
          <a:p>
            <a:r>
              <a:rPr sz="4000" dirty="0">
                <a:latin typeface="Stencil" panose="040409050D0802020404" pitchFamily="82" charset="0"/>
              </a:rPr>
              <a:t>Impact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4F3BAE7-4520-DDA1-F29B-C21C400EB8F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183424"/>
            <a:ext cx="9429954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Enables smarter financial planning despite irregular income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Reduces overspending through AI-driven alerts and limits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Encourages consistent savings habits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Improves financial stability for gig workers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Provides clear insights into income and expenses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Supports better decision-making for daily spending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24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0058-2A1B-9A2D-4ACF-404877CE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ED9E8-8E9E-772E-A148-23AF520FE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78658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8C520-B6A8-E5A5-6C12-E50EB51E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0542" y="710820"/>
            <a:ext cx="9144000" cy="2387600"/>
          </a:xfrm>
        </p:spPr>
        <p:txBody>
          <a:bodyPr>
            <a:normAutofit/>
          </a:bodyPr>
          <a:lstStyle/>
          <a:p>
            <a:r>
              <a:rPr sz="4000" dirty="0">
                <a:latin typeface="Stencil" panose="040409050D0802020404" pitchFamily="82" charset="0"/>
              </a:rPr>
              <a:t>Future Scope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B0345F4-8612-E207-FD8D-BB384246D4D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344993" y="2856740"/>
            <a:ext cx="7502013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Advanced multi-language and regional language                                                          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pperplate Gothic Bold" panose="020E0705020206020404" pitchFamily="34" charset="0"/>
              </a:rPr>
              <a:t>Credit score tracking and improvement         suggestions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Copperplate Gothic Bold" panose="020E0705020206020404" pitchFamily="34" charset="0"/>
              </a:rPr>
              <a:t>AI-based expense forecasting and cash flow prediction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Copperplate Gothic Bold" panose="020E0705020206020404" pitchFamily="34" charset="0"/>
              </a:rPr>
              <a:t>Smart financial tips based on spending behavior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pperplate Gothic Bold" panose="020E0705020206020404" pitchFamily="34" charset="0"/>
              </a:rPr>
              <a:t>Smart financial tips based on spending behavior 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pperplate Gothic Bold" panose="020E0705020206020404" pitchFamily="34" charset="0"/>
              </a:rPr>
              <a:t>Collaboration features for shared budgeting 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Copperplate Gothic Bold" panose="020E07050202060204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>
              <a:latin typeface="Copperplate Gothic Bold" panose="020E07050202060204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>
              <a:latin typeface="Copperplate Gothic Bold" panose="020E07050202060204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>
              <a:latin typeface="Copperplate Gothic Bold" panose="020E07050202060204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800" dirty="0"/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5F02629-E86A-68EF-D451-98DACF8D3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67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9BC0-B449-3880-DCF1-3623A942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3DCD4-1187-52B4-EA97-0B89E26E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69965-D790-CADB-8E84-39390523C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031" y="504018"/>
            <a:ext cx="9144000" cy="2387600"/>
          </a:xfrm>
        </p:spPr>
        <p:txBody>
          <a:bodyPr>
            <a:normAutofit/>
          </a:bodyPr>
          <a:lstStyle/>
          <a:p>
            <a:r>
              <a:rPr sz="4000" dirty="0">
                <a:latin typeface="Stencil" panose="040409050D0802020404" pitchFamily="82" charset="0"/>
              </a:rPr>
              <a:t>Team Info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A35DE3-EB13-2BDB-C6EF-256EC4ACC7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14131" y="3592279"/>
            <a:ext cx="5464958" cy="180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dirty="0">
                <a:latin typeface="Stencil" panose="040409050D0802020404" pitchFamily="82" charset="0"/>
              </a:rPr>
              <a:t>Member 1: </a:t>
            </a:r>
            <a:r>
              <a:rPr lang="en-IN" dirty="0">
                <a:latin typeface="Stencil" panose="040409050D0802020404" pitchFamily="82" charset="0"/>
              </a:rPr>
              <a:t>AAKASH SINGH</a:t>
            </a:r>
            <a:endParaRPr dirty="0">
              <a:latin typeface="Stencil" panose="040409050D0802020404" pitchFamily="82" charset="0"/>
            </a:endParaRPr>
          </a:p>
          <a:p>
            <a:pPr algn="l"/>
            <a:r>
              <a:rPr dirty="0">
                <a:latin typeface="Stencil" panose="040409050D0802020404" pitchFamily="82" charset="0"/>
              </a:rPr>
              <a:t>Member 2: </a:t>
            </a:r>
            <a:r>
              <a:rPr lang="en-IN" dirty="0">
                <a:latin typeface="Stencil" panose="040409050D0802020404" pitchFamily="82" charset="0"/>
              </a:rPr>
              <a:t>DILRAJ SINGH</a:t>
            </a:r>
            <a:endParaRPr dirty="0">
              <a:latin typeface="Stencil" panose="040409050D0802020404" pitchFamily="82" charset="0"/>
            </a:endParaRPr>
          </a:p>
          <a:p>
            <a:pPr algn="l"/>
            <a:r>
              <a:rPr dirty="0">
                <a:latin typeface="Stencil" panose="040409050D0802020404" pitchFamily="82" charset="0"/>
              </a:rPr>
              <a:t>Member 3: </a:t>
            </a:r>
            <a:r>
              <a:rPr lang="en-IN" dirty="0">
                <a:latin typeface="Stencil" panose="040409050D0802020404" pitchFamily="82" charset="0"/>
              </a:rPr>
              <a:t>U DISHA CHANDRA</a:t>
            </a:r>
            <a:endParaRPr dirty="0">
              <a:latin typeface="Stencil" panose="040409050D0802020404" pitchFamily="82" charset="0"/>
            </a:endParaRPr>
          </a:p>
          <a:p>
            <a:pPr algn="l"/>
            <a:r>
              <a:rPr dirty="0">
                <a:latin typeface="Stencil" panose="040409050D0802020404" pitchFamily="82" charset="0"/>
              </a:rPr>
              <a:t>Member 4: </a:t>
            </a:r>
            <a:r>
              <a:rPr lang="en-IN" dirty="0">
                <a:latin typeface="Stencil" panose="040409050D0802020404" pitchFamily="82" charset="0"/>
              </a:rPr>
              <a:t>BHOOMI UMAKANT RANE</a:t>
            </a:r>
            <a:endParaRPr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3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482</Words>
  <Application>Microsoft Office PowerPoint</Application>
  <PresentationFormat>Widescreen</PresentationFormat>
  <Paragraphs>89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Copperplate Gothic Bold</vt:lpstr>
      <vt:lpstr>Stencil</vt:lpstr>
      <vt:lpstr>Office Theme</vt:lpstr>
      <vt:lpstr>GIG BUDGET</vt:lpstr>
      <vt:lpstr>Problem Statement</vt:lpstr>
      <vt:lpstr>Target Audience</vt:lpstr>
      <vt:lpstr>Existing Solutions</vt:lpstr>
      <vt:lpstr>Gaps &amp; Opportunities</vt:lpstr>
      <vt:lpstr>Your Solution</vt:lpstr>
      <vt:lpstr>Key Features</vt:lpstr>
      <vt:lpstr>System Architecture</vt:lpstr>
      <vt:lpstr>Tech Stack</vt:lpstr>
      <vt:lpstr>Workflow</vt:lpstr>
      <vt:lpstr>Impact</vt:lpstr>
      <vt:lpstr>Future Scope</vt:lpstr>
      <vt:lpstr>Team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Pranav</dc:creator>
  <cp:lastModifiedBy>Bhoomi Rane</cp:lastModifiedBy>
  <cp:revision>22</cp:revision>
  <dcterms:created xsi:type="dcterms:W3CDTF">2026-04-04T11:36:02Z</dcterms:created>
  <dcterms:modified xsi:type="dcterms:W3CDTF">2026-04-06T09:28:58Z</dcterms:modified>
</cp:coreProperties>
</file>